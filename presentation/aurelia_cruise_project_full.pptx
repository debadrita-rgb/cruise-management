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Aurelia Cruise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Welcome to Aurelia, a full-stack cruise management system combining admin control, user management, booking services, and voyager engagement in one powerful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Admin Add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Admins can create new categories such as Catering, Movie, Stationary, Party Hall, Salon, and Fitness, organizing offerings and updating the system dynamically.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Admin Add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Within each category, admins add detailed items including names, prices, descriptions, and visuals, ensuring voyagers see an updated and enticing selection.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Rich Text Descriptions (TipTap)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Admins use TipTap, a powerful editor, to craft formatted service descriptions with highlights, links, and images, elevating the voyager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Admin Add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Admins onboard Manager, Supervisor, and Head Cook users, assigning initial credentials and roles to ensure secure and organized backend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Admin Gallery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Admins upload high-quality gallery images that appear on the frontend, showcasing the cruise's luxury features and facilities to voyagers.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Contact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Voyager inquiries submitted through the Contact Us form are visible to admins for prompt replies and issue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Manager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Managers log in, update personal info, and manage bookings for Party Hall, Salon, and Fitness, while monitoring movie bookings without direct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Head Cook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The Head Cook manages catering orders, reviewing voyager requests and accepting or rejecting them to ensure smooth kitchen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Supervisor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Supervisors oversee stationary orders, ensuring the cruise's logistical and supply needs are met efficiently.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Notification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When bookings or orders are accepted, the system notifies voyagers with the date and details, keeping them informed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Voyager Sign Up /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Voyagers register and log in to unlock advanced features like adding items to the cart, booking services, and tracking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Voyager Ordering Stationary &amp; Catering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Voyagers browse items, click Add to Cart, and place orders easily, thanks to an intuitive and responsive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Voyager Booking Movie, Party Hall, Fitness, Salon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Voyagers explore and book services by submitting date, time, and requirements using streamlined booking 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Salon Booking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The salon booking interface allows voyagers to choose time slots, select treatments, and enter special preferences.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Party Hall Booking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Voyagers set event start/end times, choose dates, and provide setup requirements to ensure a perfect party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Fitness Booking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Voyagers book fitness slots and equipment, selecting from admin-provided options for a tailored workout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Movie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Voyagers select movie date, time, seat count, specific seat numbers, and optional food packages to complete their reservation.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Voyager Booking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Voyagers track active and past bookings, with clear status indicators like 'Pending' or 'Accepted' to stay informed.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Frontend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Aurelia's frontend leverages React 19, Tailwind CSS, MUI, Framer Motion, TipTap, and other modern tools for a smooth 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Contact Us, FAQ, 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Informational sections such as Contact Us, FAQ, and About Us help voyagers understand the system and get assistance when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Admin, Manager, Head Cook, Supervisor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Each role accesses a tailored dashboard showing relevant data, analytics, and action tools for efficient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Backend Architecture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Powered by MongoDB, Aurelia uses well-defined models such as BeautySalon, Booking, CateringOrder, Contact, Fitness, Gallery, Notification, and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Route Structure &amp; Slot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Dedicated routes and the SlotUsageSalon system manage APIs and ensure fair time slot distribution, avoiding overbooking.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Aurelia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Aurelia represents a next-generation cruise management solution, uniting all stakeholders in a beautiful, functional digital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[Placeholder Image]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