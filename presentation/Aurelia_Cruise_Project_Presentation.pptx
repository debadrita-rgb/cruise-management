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Cruise Project Overview: Aurelia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elegant cruise management system with modern design, built using React, MongoDB, and Tailwind.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categories</a:t>
            </a:r>
          </a:p>
          <a:p>
            <a:r>
              <a:t>• Add users (Manager, Supervisor, Headcook)</a:t>
            </a:r>
          </a:p>
          <a:p>
            <a:r>
              <a:t>• Upload descriptions using TipTap 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Admin: Item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Categories include:</a:t>
            </a:r>
          </a:p>
          <a:p>
            <a:r>
              <a:t>- Catering</a:t>
            </a:r>
          </a:p>
          <a:p>
            <a:r>
              <a:t>- Movie</a:t>
            </a:r>
          </a:p>
          <a:p>
            <a:r>
              <a:t>- Stationary</a:t>
            </a:r>
          </a:p>
          <a:p>
            <a:r>
              <a:t>- Party Hall</a:t>
            </a:r>
          </a:p>
          <a:p>
            <a:r>
              <a:t>- Salon</a:t>
            </a:r>
          </a:p>
          <a:p>
            <a:r>
              <a:t>- Fitness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Admin: Gallery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can upload images used in the frontend gallery carousel or content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Admin: Contact Form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can view submissions from the contact form filled by voyagers.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can create and assign roles:</a:t>
            </a:r>
          </a:p>
          <a:p>
            <a:r>
              <a:t>• Manager</a:t>
            </a:r>
          </a:p>
          <a:p>
            <a:r>
              <a:t>• Supervisor</a:t>
            </a:r>
          </a:p>
          <a:p>
            <a:r>
              <a:t>• Headcook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role has access to their personalized dashboard with functionality to update profile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Accept bookings for Party Hall, Salon, and Fitness</a:t>
            </a:r>
          </a:p>
          <a:p>
            <a:r>
              <a:t>• View movie booking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Headcook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Accept catering orders placed by voyagers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Supervisor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Accept stationary item orders placed by voyagers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receive notifications on booking acceptance with required date and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Signup and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can register and sign in to place orders and bookings.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Item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Signed-in voyagers can:</a:t>
            </a:r>
          </a:p>
          <a:p>
            <a:r>
              <a:t>• Add catering and stationary items to cart</a:t>
            </a:r>
          </a:p>
          <a:p>
            <a:r>
              <a:t>• Place orders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Booking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can view item details and click 'Book Now' for:</a:t>
            </a:r>
          </a:p>
          <a:p>
            <a:r>
              <a:t>• Movie</a:t>
            </a:r>
          </a:p>
          <a:p>
            <a:r>
              <a:t>• Salon</a:t>
            </a:r>
          </a:p>
          <a:p>
            <a:r>
              <a:t>• Party Hall</a:t>
            </a:r>
          </a:p>
          <a:p>
            <a:r>
              <a:t>• Fitness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Salon: Select time, date, and requirements</a:t>
            </a:r>
          </a:p>
          <a:p>
            <a:r>
              <a:t>Party Hall: Choose start/end time, date</a:t>
            </a:r>
          </a:p>
          <a:p>
            <a:r>
              <a:t>Fitness: Choose slot and equipment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select:</a:t>
            </a:r>
          </a:p>
          <a:p>
            <a:r>
              <a:t>• Date</a:t>
            </a:r>
          </a:p>
          <a:p>
            <a:r>
              <a:t>• Time slot</a:t>
            </a:r>
          </a:p>
          <a:p>
            <a:r>
              <a:t>• Seat count and number</a:t>
            </a:r>
          </a:p>
          <a:p>
            <a:r>
              <a:t>• Food items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Status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can see booking status (Booked / Accepted) after submitting requests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@emotion/react, @mui/material, @tiptap/react, @tailwindcss/vite, framer-motion, axios, react-icons, etc.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database</a:t>
            </a:r>
          </a:p>
          <a:p>
            <a:r>
              <a:t>Connection: mongodb://127.0.0.1:27017/cruise_management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Includes:</a:t>
            </a:r>
          </a:p>
          <a:p>
            <a:r>
              <a:t>BeautySalon, Booking, Category, CateringOrder, Contact, Fitness, FoodItem, Gallery, etc.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 Groups:</a:t>
            </a:r>
          </a:p>
          <a:p>
            <a:r>
              <a:t>- /admin</a:t>
            </a:r>
          </a:p>
          <a:p>
            <a:r>
              <a:t>- /common</a:t>
            </a:r>
          </a:p>
          <a:p>
            <a:r>
              <a:t>- /voyager</a:t>
            </a:r>
          </a:p>
          <a:p>
            <a:r>
              <a:t>- /headcook</a:t>
            </a:r>
          </a:p>
          <a:p>
            <a:r>
              <a:t>- /supervisor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 Usage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SlotUsageSalon route ensures max slot use. E.g., if a slot allows 4 users, 5th cannot book.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Contact, FAQ, and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can access contact form, FAQ section, and About Us information from the frontend.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dashboards for:</a:t>
            </a:r>
          </a:p>
          <a:p>
            <a:r>
              <a:t>- Admin</a:t>
            </a:r>
          </a:p>
          <a:p>
            <a:r>
              <a:t>- Manager</a:t>
            </a:r>
          </a:p>
          <a:p>
            <a:r>
              <a:t>- Headcook</a:t>
            </a:r>
          </a:p>
          <a:p>
            <a:r>
              <a:t>- Supervisor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Cruise Management System - Aurelia</a:t>
            </a:r>
          </a:p>
          <a:p>
            <a:r>
              <a:t>Elegant | Nautical | Luxury | Modern | Minimal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