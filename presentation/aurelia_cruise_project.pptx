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Aurelia Cruise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Admin &amp; Voyager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Admin can add categories and items under Catering, Movie, Stationary, Party Hall, Salon, Fitness.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Rich Text Descriptions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Admin uses Tiptap extension for rich text description uploads.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User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Admin can add users: Manager, Supervisor, Head Cook.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Gallery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Admin can upload gallery images displayed on the frontend.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Contact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Admin can view contacts submitted via the contact 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Manager, Headcook, Supervisor Profiles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These roles can log in, view their profiles, and update password and name provided initially by admin.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Manager Bookings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Manager can accept bookings for Party Hall, Salon, Fitness, and view Movie booking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Head Cook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Head Cook can accept catering orders placed by voyagers.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Supervisor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Supervisor can accept stationary orders placed by voyagers.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Notification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Voyagers receive notifications with dates when bookings/orders are accepted.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Voyager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Voyagers can sign up, sign in, and order items like Catering and Stationary after login.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13: Voyager Service Booking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Voyagers can view categories and book services after signing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Salon Booking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Voyagers can choose time slots, dates, and specific requirements for salon bookings.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Party Hall Booking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Voyagers provide start &amp; end times, dates, and requirements for party hall bookings.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16: Fitness Booking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Voyagers select time slots and equipment details provided by admin.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17: Movie Booking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Voyagers select date, time, seat count, seat number, and food items, then confirm booking.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18: Booking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Voyagers can view booking details and see statuses like 'Booking' or 'Accepted'.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Frontend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Uses React 19, Tailwind, MUI, Framer Motion, TipTap, and other modern libraries for a sleek interface.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Contact Us &amp;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Voyagers can fill out the Contact Us form, view FAQ, and About Us sections.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21: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Separate dashboards for Admin, Manager, Head Cook, and Supervisor to monitor activities.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Backend &amp;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MongoDB backend at 'mongodb://127.0.0.1:27017/cruise_management' with models: BeautySalon, Booking, Category, CateringOrder, Contact, Fitness, etc.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23: Routes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Dedicated routes for Admin, Common, Voyager, Head Cook, and Supervisor.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24: Salon Slot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SlotUsageSalon route ensures that only available time slots are bookable (max 4 users per time).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25: Project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The cruise project is named Aurelia.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26: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500"/>
              </a:spcAft>
              <a:defRPr sz="1800"/>
            </a:pPr>
            <a:r>
              <a:t>Thank you for exploring the Aurelia Cruise Project!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