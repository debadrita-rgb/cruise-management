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Cruise Project Overview: Aurelia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Aurelia is a full-featured cruise management system combining luxury and convenience for voyagers and operators. It is built using the latest tech stack and focuses on performance, elegance, and ease of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Admin panel offers tools to manage service categories, empowering the platform to be dynamic and modular.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Item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Admins can manage all item types under major service categories, ensuring smooth data organization for frontend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Gallery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TipTap editor integration provides rich text editing for item descriptions, ensuring clarity and formatting 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Admin: Contact Form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Admins can create key users (manager, headcook, supervisor), establishing structured departmental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Images uploaded by Admin are displayed dynamically in gallery and promotional sections across the 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 form submissions are automatically stored and visible to Admin for follow-up and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Manager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users (manager, headcook, supervisor) are created by Admin. After login, they can manage their profile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Headcook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Managers oversee booking approvals for major departments. They act as the main booking gatekeeper.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Supervisor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Headcook ensures catering orders are fulfilled. They verify items and process meal preparation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Supervisors handle all stationary item requests, ensuring smooth logistical flow onboard.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Signup and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Upon order or booking acceptance, the system pushes real-time notifications to voyagers with dates and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Item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are onboarded through secure signup/login. This access grants interaction with core platform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Voyager Booking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Voyagers can add items to their cart and place orders efficiently through a streamlined interface.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booking cards allow users to explore and reserve services with a click-based 'Book Now' experience.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forms for each category ensure complete data capture. These forms are adaptive and validated.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Status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Movie booking combines multimedia, schedule, and seating options for an immersive ticketing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statuses help voyagers track and confirm their appointments or service reservations.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a modern frontend stack, Aurelia ensures responsive design and component-based architecture.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powers backend data with reliable schema design, connecting all features under one database umbrella.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models represent each domain clearly — separating concerns and enabling efficient CRUD operations.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Usage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routing ensures each user group accesses tailored views and operations based on their needs.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Contact, FAQ, and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Salon slots are managed smartly to avoid overbooking, maintaining operational fairness and load management.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Voyager experience includes informative pages like Contact Us, FAQs, and About, promoting clarity and transparency.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role has a dedicated dashboard view, showing summarized data and allowing critical actions to be taken.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